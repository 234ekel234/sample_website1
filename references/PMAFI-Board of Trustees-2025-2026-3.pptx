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2E2C"/>
    <a:srgbClr val="22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890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0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7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1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1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8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6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2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8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0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8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BEF6954-9DB8-4802-BBF5-D1F622CB3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829800"/>
            <a:ext cx="7772400" cy="228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ECF968-41DF-4869-A252-0B4ADE02CA5D}"/>
              </a:ext>
            </a:extLst>
          </p:cNvPr>
          <p:cNvSpPr txBox="1"/>
          <p:nvPr/>
        </p:nvSpPr>
        <p:spPr>
          <a:xfrm>
            <a:off x="2521856" y="1443849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ANSELMO S. AVENIDO JR.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Chairman, Policy Formulation Committee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76F490-CBBE-4888-9BF3-395F1DC6DED5}"/>
              </a:ext>
            </a:extLst>
          </p:cNvPr>
          <p:cNvSpPr txBox="1"/>
          <p:nvPr/>
        </p:nvSpPr>
        <p:spPr>
          <a:xfrm>
            <a:off x="2521857" y="2013236"/>
            <a:ext cx="277996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1967, Grad # 1, Summa Cum Laude &amp;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Academic Star Awardee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P/Deputy Director General, PNP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MPA, UP; MBGA, ADMU; &amp; MMAS, USACGSC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P/Lieutenant General, PNP (Ret)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Chairman, Dangerous Drug Board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Director General, PDEA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900" dirty="0" err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USec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DILG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DCA &amp; TCDS, PNP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9A309-C039-4D51-86D2-DDA94E296969}"/>
              </a:ext>
            </a:extLst>
          </p:cNvPr>
          <p:cNvSpPr txBox="1"/>
          <p:nvPr/>
        </p:nvSpPr>
        <p:spPr>
          <a:xfrm>
            <a:off x="2521856" y="3535753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DEMOSTHENES C. DOPLAYNA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Chairman, Membership Committee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7ED7BB-658E-45C4-9F47-55BDFD6F753A}"/>
              </a:ext>
            </a:extLst>
          </p:cNvPr>
          <p:cNvSpPr txBox="1"/>
          <p:nvPr/>
        </p:nvSpPr>
        <p:spPr>
          <a:xfrm>
            <a:off x="2521856" y="4105140"/>
            <a:ext cx="48191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1982 with Academic Board Star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 in Business Management, AIM, 1993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Head, Investment Assistance Department, AFPRSBS 1994-1996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President, PMA Development Foundation Inc., 2013-2018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Managing Director, Facilities Managers Inc.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Chairman &amp; President, Facility </a:t>
            </a:r>
            <a:r>
              <a:rPr lang="en-US" sz="900" dirty="0" err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Servisys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Inc.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Cavaliers Award, PMAAAI, 2023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11368B-A8E0-4706-B551-FCD0A5BD317A}"/>
              </a:ext>
            </a:extLst>
          </p:cNvPr>
          <p:cNvSpPr txBox="1"/>
          <p:nvPr/>
        </p:nvSpPr>
        <p:spPr>
          <a:xfrm>
            <a:off x="2521856" y="5632580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FLORENTINO P. </a:t>
            </a:r>
            <a:r>
              <a:rPr lang="en-US" sz="1900" b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MANALASTAS JR.</a:t>
            </a:r>
            <a:endParaRPr lang="en-US" sz="1900" b="1" dirty="0">
              <a:solidFill>
                <a:srgbClr val="2232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Chairman, Project Evaluation Committee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B4BF21-7E0B-47C7-BBDA-5B4853626B79}"/>
              </a:ext>
            </a:extLst>
          </p:cNvPr>
          <p:cNvSpPr txBox="1"/>
          <p:nvPr/>
        </p:nvSpPr>
        <p:spPr>
          <a:xfrm>
            <a:off x="2521856" y="7707616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ALLAN O. CORPUZ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Chairman, Ways &amp; Means Committee 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90EADE7-5022-4E1D-8A70-45A2DF72C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20" y="1163870"/>
            <a:ext cx="6766560" cy="236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3717961-9B15-420E-B8E6-E59BAB4C0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19" y="1433827"/>
            <a:ext cx="1857375" cy="18573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A7C017F-EF31-4F17-B321-88CC7F379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19" y="3535753"/>
            <a:ext cx="1857375" cy="18573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28CC943-306F-4B17-B685-AA6D745F6B55}"/>
              </a:ext>
            </a:extLst>
          </p:cNvPr>
          <p:cNvSpPr txBox="1"/>
          <p:nvPr/>
        </p:nvSpPr>
        <p:spPr>
          <a:xfrm>
            <a:off x="5301824" y="2013236"/>
            <a:ext cx="27799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Chairman, PMAAAI, 2015-2016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President, PETFI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Chairman &amp; President, PMAFI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321D7E-69D9-277E-1D1A-9C7B2DD0EE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19" y="5657482"/>
            <a:ext cx="1857375" cy="1866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447965-71AD-78A6-3552-CE5E381CD949}"/>
              </a:ext>
            </a:extLst>
          </p:cNvPr>
          <p:cNvSpPr txBox="1"/>
          <p:nvPr/>
        </p:nvSpPr>
        <p:spPr>
          <a:xfrm>
            <a:off x="2450346" y="6275163"/>
            <a:ext cx="481913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1983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 in Business Administration 1988, UP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Juris Doctor 1994, St. Louis University, BC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Executive Doctorate in Education Leadership (Lacking Dissertation),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Development Academy of the Philippines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Dean, Corps of Professor, AFP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OIC-Executive Director, ATC-PMC, OP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Secretary, AFPSLAI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Dangal </a:t>
            </a:r>
            <a:r>
              <a:rPr lang="en-US" sz="900" dirty="0" err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Lipi Awardee (Bulacan)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362319-DDEB-2CE3-1ECB-C91D9EEFAC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18" y="7788736"/>
            <a:ext cx="1857375" cy="1857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31310-DC01-2285-A982-59C7BC1FAE72}"/>
              </a:ext>
            </a:extLst>
          </p:cNvPr>
          <p:cNvSpPr txBox="1"/>
          <p:nvPr/>
        </p:nvSpPr>
        <p:spPr>
          <a:xfrm>
            <a:off x="2521857" y="8255212"/>
            <a:ext cx="251012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1991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MBA (Top Executive Program), PLM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MPM Major in Security &amp; Development, DAP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PhD in Public Administration, GPTU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MNSA, NDCP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Commander, Coast Guard  District SEM/Coast Guard Mindanao Area Command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Secretary General &amp; Corporate Secretary, TFOE-PE, 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5161EA-E1B1-050B-2983-544A50BEE3B3}"/>
              </a:ext>
            </a:extLst>
          </p:cNvPr>
          <p:cNvSpPr txBox="1"/>
          <p:nvPr/>
        </p:nvSpPr>
        <p:spPr>
          <a:xfrm>
            <a:off x="5031978" y="8277003"/>
            <a:ext cx="2470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DPDGL/PGLI/PM, GLF&amp;AMP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Past High Sherif, </a:t>
            </a:r>
            <a:r>
              <a:rPr lang="en-US" sz="900" kern="0" spc="-70" dirty="0" err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Balisong</a:t>
            </a:r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Shrine Club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Most Outstanding Worshipful Master, MD NCR-C for</a:t>
            </a:r>
          </a:p>
          <a:p>
            <a:r>
              <a:rPr lang="en-US" sz="900" kern="0" spc="-7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MY 2022-23</a:t>
            </a:r>
          </a:p>
        </p:txBody>
      </p:sp>
    </p:spTree>
    <p:extLst>
      <p:ext uri="{BB962C8B-B14F-4D97-AF65-F5344CB8AC3E}">
        <p14:creationId xmlns:p14="http://schemas.microsoft.com/office/powerpoint/2010/main" val="987192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333</Words>
  <Application>Microsoft Macintosh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FMI - GRAPHIC ARTIST</dc:creator>
  <cp:lastModifiedBy>Demosthenes Doplayna</cp:lastModifiedBy>
  <cp:revision>17</cp:revision>
  <cp:lastPrinted>2023-08-30T05:39:52Z</cp:lastPrinted>
  <dcterms:created xsi:type="dcterms:W3CDTF">2023-08-02T08:32:19Z</dcterms:created>
  <dcterms:modified xsi:type="dcterms:W3CDTF">2026-02-13T06:42:43Z</dcterms:modified>
</cp:coreProperties>
</file>