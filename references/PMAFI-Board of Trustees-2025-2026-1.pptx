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2E2C"/>
    <a:srgbClr val="223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8903" autoAdjust="0"/>
    <p:restoredTop sz="94660"/>
  </p:normalViewPr>
  <p:slideViewPr>
    <p:cSldViewPr snapToGrid="0">
      <p:cViewPr varScale="1">
        <p:scale>
          <a:sx n="87" d="100"/>
          <a:sy n="87" d="100"/>
        </p:scale>
        <p:origin x="30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8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40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5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273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19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17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8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6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021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07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5BF1E-A0B0-464A-821C-E8D4BAD17E79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8F21-9589-4C88-AD02-010BFC20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83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BEF6954-9DB8-4802-BBF5-D1F622CB3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9829800"/>
            <a:ext cx="7772400" cy="228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E4F39-E02C-4584-AC01-E29A5254089B}"/>
              </a:ext>
            </a:extLst>
          </p:cNvPr>
          <p:cNvSpPr txBox="1"/>
          <p:nvPr/>
        </p:nvSpPr>
        <p:spPr>
          <a:xfrm>
            <a:off x="419100" y="279826"/>
            <a:ext cx="47720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Board of Trustees</a:t>
            </a:r>
          </a:p>
          <a:p>
            <a:r>
              <a:rPr lang="en-US" sz="16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0 2 5  –  2 0 2 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0D33740-9034-4B2B-A06B-2AACBC9A9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8" y="7703584"/>
            <a:ext cx="1857375" cy="18573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5ECF968-41DF-4869-A252-0B4ADE02CA5D}"/>
              </a:ext>
            </a:extLst>
          </p:cNvPr>
          <p:cNvSpPr txBox="1"/>
          <p:nvPr/>
        </p:nvSpPr>
        <p:spPr>
          <a:xfrm>
            <a:off x="2521856" y="1443849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LEO ANGELO D. LEUTERIO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Chairman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B9A309-C039-4D51-86D2-DDA94E296969}"/>
              </a:ext>
            </a:extLst>
          </p:cNvPr>
          <p:cNvSpPr txBox="1"/>
          <p:nvPr/>
        </p:nvSpPr>
        <p:spPr>
          <a:xfrm>
            <a:off x="2521856" y="3535753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JOSE C. LALISAN JR.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Vice Chairman &amp; Corporate Auditor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11368B-A8E0-4706-B551-FCD0A5BD317A}"/>
              </a:ext>
            </a:extLst>
          </p:cNvPr>
          <p:cNvSpPr txBox="1"/>
          <p:nvPr/>
        </p:nvSpPr>
        <p:spPr>
          <a:xfrm>
            <a:off x="2521856" y="5618292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BARTOLOME VICENTE O. BACARRO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President &amp; Chairman Executive Committee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6B4BF21-7E0B-47C7-BBDA-5B4853626B79}"/>
              </a:ext>
            </a:extLst>
          </p:cNvPr>
          <p:cNvSpPr txBox="1"/>
          <p:nvPr/>
        </p:nvSpPr>
        <p:spPr>
          <a:xfrm>
            <a:off x="2521856" y="7707616"/>
            <a:ext cx="4819135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b="1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SALVADOR Q. ESGUERRA</a:t>
            </a:r>
          </a:p>
          <a:p>
            <a:r>
              <a:rPr lang="en-US" sz="1200" dirty="0">
                <a:solidFill>
                  <a:srgbClr val="C82E2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Vice President &amp; Chairman, Nomination &amp; Election Committee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C7C973-2FDA-4BE7-8905-C9328C45B6AE}"/>
              </a:ext>
            </a:extLst>
          </p:cNvPr>
          <p:cNvSpPr txBox="1"/>
          <p:nvPr/>
        </p:nvSpPr>
        <p:spPr>
          <a:xfrm>
            <a:off x="2521856" y="8277003"/>
            <a:ext cx="4819135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1974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Electrical Engineering, UP Diliman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Commander, AFP CEIS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 in Management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Executive Director, AGFO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Trustee, AGFO Foundation, Inc.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Deputy Administrator, PVAO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Vice President for Operations, VFP 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Cavaliers Award, Naval Operation, PMAAAI 1974</a:t>
            </a: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90EADE7-5022-4E1D-8A70-45A2DF72C5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2920" y="1163870"/>
            <a:ext cx="6766560" cy="236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20167BE-8EE6-1E39-5561-637CFDF6B2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7949" y="1460335"/>
            <a:ext cx="1857375" cy="18573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7EB63D-57B0-D170-B256-AF47D52C78E6}"/>
              </a:ext>
            </a:extLst>
          </p:cNvPr>
          <p:cNvSpPr txBox="1"/>
          <p:nvPr/>
        </p:nvSpPr>
        <p:spPr>
          <a:xfrm>
            <a:off x="2521855" y="1992096"/>
            <a:ext cx="481913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1988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PhD units in PASA, Bicol University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Masters in Management (Industrial Relations), UP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Diploma in Results Based Management, AIM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Vice Chairman, Holy Child College of Davao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FF8E1B-170D-626B-D982-538AAD52E05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348" y="3546459"/>
            <a:ext cx="1857375" cy="1866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8992A5-22A7-C84A-F232-02098727BA72}"/>
              </a:ext>
            </a:extLst>
          </p:cNvPr>
          <p:cNvSpPr txBox="1"/>
          <p:nvPr/>
        </p:nvSpPr>
        <p:spPr>
          <a:xfrm>
            <a:off x="2521854" y="4129998"/>
            <a:ext cx="4819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1971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Director, Directorate for Personnel and Record Management, PNP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Master in National Security Administration, NDCP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Executive Security Consultant, EEI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Past Director, Rotary Club of Davao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Charter Member, Rotary Club of San Juan del Monte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A78125-215E-064F-A605-FB6F5E754678}"/>
              </a:ext>
            </a:extLst>
          </p:cNvPr>
          <p:cNvSpPr txBox="1"/>
          <p:nvPr/>
        </p:nvSpPr>
        <p:spPr>
          <a:xfrm>
            <a:off x="2521854" y="6215637"/>
            <a:ext cx="481913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BS PMA 1988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Chief of Staff, AFP, 2022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Medal of Valor Awardee </a:t>
            </a:r>
          </a:p>
          <a:p>
            <a:pPr marL="98425" indent="-98425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Commander, Southern Luzon Command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Commander, 2</a:t>
            </a:r>
            <a:r>
              <a:rPr lang="en-US" sz="900" baseline="300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Infantry Division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Commandant of Cadets, PMA</a:t>
            </a:r>
          </a:p>
          <a:p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Commander, 502</a:t>
            </a:r>
            <a:r>
              <a:rPr lang="en-US" sz="900" baseline="300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nd</a:t>
            </a:r>
            <a:r>
              <a:rPr lang="en-US" sz="900" dirty="0">
                <a:solidFill>
                  <a:srgbClr val="22324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Infantry Brigade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373A62-9F8B-77AA-E190-1EB92D1C9A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48" y="5618292"/>
            <a:ext cx="1857375" cy="18573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87D4FB-07F3-F793-46E7-24F7D4B5843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"/>
          <a:stretch>
            <a:fillRect/>
          </a:stretch>
        </p:blipFill>
        <p:spPr>
          <a:xfrm>
            <a:off x="502920" y="5627328"/>
            <a:ext cx="1857375" cy="184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771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311</TotalTime>
  <Words>232</Words>
  <Application>Microsoft Macintosh PowerPoint</Application>
  <PresentationFormat>Custom</PresentationFormat>
  <Paragraphs>37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FMI - GRAPHIC ARTIST</dc:creator>
  <cp:lastModifiedBy>Demosthenes Doplayna</cp:lastModifiedBy>
  <cp:revision>15</cp:revision>
  <cp:lastPrinted>2023-08-30T05:39:52Z</cp:lastPrinted>
  <dcterms:created xsi:type="dcterms:W3CDTF">2023-08-02T08:32:19Z</dcterms:created>
  <dcterms:modified xsi:type="dcterms:W3CDTF">2026-02-13T06:41:38Z</dcterms:modified>
</cp:coreProperties>
</file>